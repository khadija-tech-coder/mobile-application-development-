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4DD9C0">
              <a:alpha val="8000"/>
            </a:srgbClr>
          </a:solidFill>
          <a:ln w="12700">
            <a:solidFill>
              <a:srgbClr val="4DD9C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9144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DD9C0"/>
                </a:solidFill>
                <a:effectLst>
                  <a:glow rad="152400">
                    <a:srgbClr val="4DD9C0">
                      <a:alpha val="40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1000" kern="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E R S 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 Number Puzzle Game  ·  30 Levels  ·  MAD Course Project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32004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3D2F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🪙  120 coins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 |  Android Studio  |  Java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PuzzleVerse?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PuzzleVerse is an Android sliding puzzle game where players arrange shuffled numbered tiles into the correct order using the empty space. With 30 progressive levels, a coin reward system, and an Auto-Solve feature, it offers a fun and rewarding challenge for all skill levels.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3383280"/>
            <a:ext cx="1170432" cy="141732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3429000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41148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18488" y="3383280"/>
            <a:ext cx="1170432" cy="141732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18488" y="3429000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8–37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18488" y="41148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TILES/LEVEL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16936" y="3383280"/>
            <a:ext cx="1170432" cy="141732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16936" y="3429000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16936" y="41148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COINS/WIN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15384" y="3383280"/>
            <a:ext cx="1170432" cy="141732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15384" y="3429000"/>
            <a:ext cx="1170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15384" y="4114800"/>
            <a:ext cx="1170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AUTO-SOLVE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5160" y="118872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955280" y="118872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4884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95160" y="214884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9516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55280" y="214884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035040" y="310896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995160" y="3108960"/>
            <a:ext cx="822960" cy="82296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951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955280" y="3108960"/>
            <a:ext cx="822960" cy="822960"/>
          </a:xfrm>
          <a:prstGeom prst="rect">
            <a:avLst/>
          </a:prstGeom>
          <a:solidFill>
            <a:srgbClr val="060A10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State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PLAY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Mechanics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32004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011680" cy="73152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TILES SHUFFLED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1–N are placed randomly. One cell is always empty — this is your "move slot".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1463040"/>
            <a:ext cx="2011680" cy="32004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463040"/>
            <a:ext cx="2011680" cy="73152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24328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TO SLIDE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4328" y="29260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tile next to the empty space. It slides in. Think ahead to avoid dead ends.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45736" y="1463040"/>
            <a:ext cx="2011680" cy="32004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1463040"/>
            <a:ext cx="2011680" cy="73152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45736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37176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 TRACKED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7176" y="29260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= +1 move. Fewer moves = higher score. Your personal best is saved per level.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1463040"/>
            <a:ext cx="2011680" cy="32004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8584" y="1463040"/>
            <a:ext cx="2011680" cy="73152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58584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50024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 &amp; WIN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50024" y="292608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tiles 1 → N left-to-right, top-to-bottom. Puzzle complete = coins earned!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SCREENS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011680" cy="3291840"/>
          </a:xfrm>
          <a:prstGeom prst="rect">
            <a:avLst/>
          </a:prstGeom>
          <a:solidFill>
            <a:srgbClr val="0C1420"/>
          </a:solidFill>
          <a:ln w="1905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463040"/>
            <a:ext cx="731520" cy="109728"/>
          </a:xfrm>
          <a:prstGeom prst="roundRect">
            <a:avLst>
              <a:gd name="adj" fmla="val 33333"/>
            </a:avLst>
          </a:prstGeom>
          <a:solidFill>
            <a:srgbClr val="4DD9C0">
              <a:alpha val="30000"/>
            </a:srgbClr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7632"/>
            <a:ext cx="1828800" cy="2560320"/>
          </a:xfrm>
          <a:prstGeom prst="rect">
            <a:avLst/>
          </a:prstGeom>
          <a:solidFill>
            <a:srgbClr val="0A0E14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title &amp; logo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balance display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button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Menu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371600"/>
            <a:ext cx="2011680" cy="3291840"/>
          </a:xfrm>
          <a:prstGeom prst="rect">
            <a:avLst/>
          </a:prstGeom>
          <a:solidFill>
            <a:srgbClr val="0C1420"/>
          </a:solidFill>
          <a:ln w="1905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463040"/>
            <a:ext cx="731520" cy="109728"/>
          </a:xfrm>
          <a:prstGeom prst="roundRect">
            <a:avLst>
              <a:gd name="adj" fmla="val 33333"/>
            </a:avLst>
          </a:prstGeom>
          <a:solidFill>
            <a:srgbClr val="4DD9C0">
              <a:alpha val="30000"/>
            </a:srgbClr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1627632"/>
            <a:ext cx="1828800" cy="2560320"/>
          </a:xfrm>
          <a:prstGeom prst="rect">
            <a:avLst/>
          </a:prstGeom>
          <a:solidFill>
            <a:srgbClr val="0A0E14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70048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3-column grid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0048" y="26791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levels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70048" y="30266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locked levels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0048" y="33741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shown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Select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45736" y="1371600"/>
            <a:ext cx="2011680" cy="3291840"/>
          </a:xfrm>
          <a:prstGeom prst="rect">
            <a:avLst/>
          </a:prstGeom>
          <a:solidFill>
            <a:srgbClr val="0C1420"/>
          </a:solidFill>
          <a:ln w="1905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85816" y="1463040"/>
            <a:ext cx="731520" cy="109728"/>
          </a:xfrm>
          <a:prstGeom prst="roundRect">
            <a:avLst>
              <a:gd name="adj" fmla="val 33333"/>
            </a:avLst>
          </a:prstGeom>
          <a:solidFill>
            <a:srgbClr val="4DD9C0">
              <a:alpha val="30000"/>
            </a:srgbClr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1627632"/>
            <a:ext cx="1828800" cy="2560320"/>
          </a:xfrm>
          <a:prstGeom prst="rect">
            <a:avLst/>
          </a:prstGeom>
          <a:solidFill>
            <a:srgbClr val="0A0E14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82896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counter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2896" y="26791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2896" y="30266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grid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2896" y="33741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&amp; Shuffle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45736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Gameplay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58584" y="1371600"/>
            <a:ext cx="2011680" cy="3291840"/>
          </a:xfrm>
          <a:prstGeom prst="rect">
            <a:avLst/>
          </a:prstGeom>
          <a:solidFill>
            <a:srgbClr val="0C1420"/>
          </a:solidFill>
          <a:ln w="19050">
            <a:solidFill>
              <a:srgbClr val="4DD9C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98664" y="1463040"/>
            <a:ext cx="731520" cy="109728"/>
          </a:xfrm>
          <a:prstGeom prst="roundRect">
            <a:avLst>
              <a:gd name="adj" fmla="val 33333"/>
            </a:avLst>
          </a:prstGeom>
          <a:solidFill>
            <a:srgbClr val="4DD9C0">
              <a:alpha val="30000"/>
            </a:srgbClr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1627632"/>
            <a:ext cx="1828800" cy="2560320"/>
          </a:xfrm>
          <a:prstGeom prst="rect">
            <a:avLst/>
          </a:prstGeom>
          <a:solidFill>
            <a:srgbClr val="0A0E14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🎉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095744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+20–40 coins earned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95744" y="26791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coins updated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95744" y="30266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/ Next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58584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 Solved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Special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Progressive Tiles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has 8 tiles. Each new level adds 1 tile — increasing grid size and difficulty.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Tracker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 counts every slide. Personal best saved and displayed for every level.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7160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 Rewards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20–40 coins per completed level. Coins accumulate across all sessions.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Auto-Solve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520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50 coins to instantly solve any puzzle. No coins are earned when used.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01752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233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 / Restart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3520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Shuffle to get a fresh random board. Resets move count for a clean attempt.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017520"/>
            <a:ext cx="2743200" cy="14630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017520"/>
            <a:ext cx="54864" cy="146304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494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Locking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3520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unlock one-by-one. Complete current level to unlock the next challenge.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Levels of Progression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749808" cy="777240"/>
          </a:xfrm>
          <a:prstGeom prst="rect">
            <a:avLst/>
          </a:prstGeom>
          <a:solidFill>
            <a:srgbClr val="0D3327"/>
          </a:solidFill>
          <a:ln w="12700">
            <a:solidFill>
              <a:srgbClr val="4DD9C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188720" y="1417320"/>
            <a:ext cx="749808" cy="777240"/>
          </a:xfrm>
          <a:prstGeom prst="rect">
            <a:avLst/>
          </a:prstGeom>
          <a:solidFill>
            <a:srgbClr val="0D3327"/>
          </a:solidFill>
          <a:ln w="12700">
            <a:solidFill>
              <a:srgbClr val="4DD9C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57400" y="1417320"/>
            <a:ext cx="749808" cy="777240"/>
          </a:xfrm>
          <a:prstGeom prst="rect">
            <a:avLst/>
          </a:prstGeom>
          <a:solidFill>
            <a:srgbClr val="0D3327"/>
          </a:solidFill>
          <a:ln w="12700">
            <a:solidFill>
              <a:srgbClr val="4DD9C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18105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926080" y="1417320"/>
            <a:ext cx="749808" cy="777240"/>
          </a:xfrm>
          <a:prstGeom prst="rect">
            <a:avLst/>
          </a:prstGeom>
          <a:solidFill>
            <a:srgbClr val="103030"/>
          </a:solidFill>
          <a:ln w="12700">
            <a:solidFill>
              <a:srgbClr val="4DD9C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181051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79476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3212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6948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38160" y="141732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149047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8872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5740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2608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9476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3212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6948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138160" y="242316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2496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8872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8872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05740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5740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2608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79476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9476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6344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3212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3212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L27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0080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6948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6948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L29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138160" y="3429000"/>
            <a:ext cx="749808" cy="777240"/>
          </a:xfrm>
          <a:prstGeom prst="rect">
            <a:avLst/>
          </a:prstGeom>
          <a:solidFill>
            <a:srgbClr val="111C27"/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38160" y="350215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4617720"/>
            <a:ext cx="182880" cy="182880"/>
          </a:xfrm>
          <a:prstGeom prst="rect">
            <a:avLst/>
          </a:prstGeom>
          <a:solidFill>
            <a:srgbClr val="4DD9C0">
              <a:alpha val="50000"/>
            </a:srgbClr>
          </a:solidFill>
          <a:ln w="12700">
            <a:solidFill>
              <a:srgbClr val="4DD9C0">
                <a:alpha val="5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45902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Best score saved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91840" y="4617720"/>
            <a:ext cx="182880" cy="182880"/>
          </a:xfrm>
          <a:prstGeom prst="rect">
            <a:avLst/>
          </a:prstGeom>
          <a:solidFill>
            <a:srgbClr val="4DD9C0">
              <a:alpha val="50000"/>
            </a:srgbClr>
          </a:solidFill>
          <a:ln w="12700">
            <a:solidFill>
              <a:srgbClr val="4DD9C0">
                <a:alpha val="7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47872" y="45902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Currently playing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4617720"/>
            <a:ext cx="182880" cy="182880"/>
          </a:xfrm>
          <a:prstGeom prst="rect">
            <a:avLst/>
          </a:prstGeom>
          <a:solidFill>
            <a:srgbClr val="3A4A5C">
              <a:alpha val="50000"/>
            </a:srgbClr>
          </a:solidFill>
          <a:ln w="12700">
            <a:solidFill>
              <a:srgbClr val="3A4A5C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73952" y="45902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— Complete previous level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Coin System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931920" cy="3383280"/>
          </a:xfrm>
          <a:prstGeom prst="rect">
            <a:avLst/>
          </a:prstGeom>
          <a:solidFill>
            <a:srgbClr val="1C253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🪙  EARNING COINS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any level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920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 coins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good moves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 coins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very efficiently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834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 coins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Auto-Solve used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coins 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actual earned (demo)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 coins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actual earned (demo)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42062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 coins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1325880"/>
            <a:ext cx="3931920" cy="3383280"/>
          </a:xfrm>
          <a:prstGeom prst="rect">
            <a:avLst/>
          </a:prstGeom>
          <a:solidFill>
            <a:srgbClr val="1C2535"/>
          </a:solidFill>
          <a:ln w="12700">
            <a:solidFill>
              <a:srgbClr val="7C5C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SPENDING COINS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Auto-Solve a level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−50 coins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288036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spend options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      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38328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total (demo)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coins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88620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429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1x Auto-Solve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429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coins 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4389120"/>
            <a:ext cx="356616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point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5C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2+ levels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Complete levels efficiently to maximize coin income and save Auto-Solve for the toughest levels.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DD9C0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for Android development. OOP, activity lifecycle management.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63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IDE. Layout editor, debugger, Logcat, USB debugging on Realme device.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coins, level unlock state, and personal best scores across sessions.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651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26517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components, dark theme, rounded tiles, consistent visual language.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840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840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 / RecyclerView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puzzle grid rendering. Adapts to any tile count (8–37 tiles).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4114800" cy="100584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2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840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3840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 Solver (BFS)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Auto-Solve button uses BFS / A* algorithm to find the optimal solution path.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4DD9C0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4DD9C0">
              <a:alpha val="8000"/>
            </a:srgbClr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91440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43400" y="91440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20640" y="91440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169164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4340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20640" y="169164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566160" y="246888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343400" y="2468880"/>
            <a:ext cx="685800" cy="685800"/>
          </a:xfrm>
          <a:prstGeom prst="rect">
            <a:avLst/>
          </a:prstGeom>
          <a:solidFill>
            <a:srgbClr val="1C2535"/>
          </a:solidFill>
          <a:ln w="12700">
            <a:solidFill>
              <a:srgbClr val="4DD9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4340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120640" y="2468880"/>
            <a:ext cx="685800" cy="685800"/>
          </a:xfrm>
          <a:prstGeom prst="rect">
            <a:avLst/>
          </a:prstGeom>
          <a:solidFill>
            <a:srgbClr val="060A10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DD9C0"/>
                </a:solidFill>
                <a:effectLst>
                  <a:glow rad="127000">
                    <a:srgbClr val="4DD9C0">
                      <a:alpha val="40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 SOLVED!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137160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 ·  Android  ·  Java  ·  30 Levels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PuzzleVerse - App Presentation</dc:title>
  <dc:subject>PptxGenJS Presentation</dc:subject>
  <dc:creator>PptxGenJS</dc:creator>
  <cp:lastModifiedBy>PptxGenJS</cp:lastModifiedBy>
  <cp:revision>1</cp:revision>
  <dcterms:created xsi:type="dcterms:W3CDTF">2026-06-03T01:55:44Z</dcterms:created>
  <dcterms:modified xsi:type="dcterms:W3CDTF">2026-06-03T01:55:44Z</dcterms:modified>
</cp:coreProperties>
</file>